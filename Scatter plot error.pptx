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784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A933-0046-3063-4A12-34015F3EF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49EDF-CE11-7017-DA70-A855DFBF4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8008F-3CAE-1C30-5663-AD359C44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8C147-DA06-2989-650F-7E02D0C6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69982-E4EE-7CE7-0C44-B5A8E1E5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7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CD32-949A-A72C-8D9A-08BB6CDE1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5307-6E32-AEFE-B792-2119F80A9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AFE7B-6598-76AF-4F59-02ED6EEC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4533C-3918-5673-066C-4FC84D30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F883-3CC6-E488-3EB9-62AC541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5E241-AC1F-A8A8-32B6-54ADCD9B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04B33-E6E2-FA43-C356-B2A13633C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9C408-76B3-A6EE-F02B-1E00EF6E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7A457-0668-5489-772A-2B23DAFF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ED27-EE85-EC19-CB1D-44969D3A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74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E2F4-AAC4-5DD8-E82E-0CA376B7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FECE-4F1B-4951-DBE6-483B9E51E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09CCA-0231-C1C1-11E3-CE1C51B8D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12E54-1402-75E2-8F4E-90A6F722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2F980-A847-B87D-F301-48772A37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A6A77-DE9A-72F5-415C-462879F7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0B50-F8E6-14A4-F8CF-76894C9E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0866B-629C-325C-874A-74C00E07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03F58-8DC2-0150-4574-FE5191D4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D0F7AF-D53E-6526-01DD-E248B4C50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2BEB6-72B2-2742-46AF-1A7C1D8E4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B6864-467A-5132-04E8-06D034A0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27663-92EC-77D5-AF4A-A9B9270C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B4EEB-4BA7-BDDF-67CA-65760A22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5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8B6E0-56A3-0020-C90D-83BB34E2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DEFE2-FF4B-FAB1-4840-E408C79C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9A022-6C1F-C061-64D4-487596FC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ECAC8-45DF-4FF5-E166-7B93BED6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1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632E4-D190-5973-3BB8-A4025458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138BCB-2FC2-4846-2F7B-528E07FC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23390-CD4B-B86C-A8EA-A2DA646C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1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36F8-123F-06D5-61BC-0843B6E8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F2FDA-24FC-D58B-0E57-1D2EA9885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2C512-D0D5-8203-D117-E1391B80F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273ED-283E-A15C-9465-D8500EE9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26930-F39B-41B0-85DB-2B2101D7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D9EC4-267F-B895-E7D3-7CBA52FA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1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9D50-0DB0-B755-1D2C-AB5EEAAF6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908F6E-D00D-6DA9-1AA3-AEBC9AA7D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088AA-737A-2EA7-5FB7-FFC9CA3AA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671E2-892D-F008-4FA6-20A97CCC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4FAD-A573-8C72-E574-5B201117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CF858-7DC3-861D-CB8E-3B6DE7F3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4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3BC9-B52A-AF0C-CECD-6760B46E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7F12A-21FE-4204-2D77-C955FE88B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42D3-9E94-A425-4883-9C0AA377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02A4E-ED7E-5850-CEC9-008814D5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BD409-4AE7-8D82-D910-4293C786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2C3938-E8FC-4279-8DDC-9EF230C20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9537F-0433-D8B9-11D3-D4BA9A968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3E8EE-E2EE-618E-40A4-10AB87C0C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1393-F809-B9EC-A76C-FA03A8E9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E266-6E7F-DD17-0BB1-985DDAB4B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0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B6915-DFFD-9D05-D06F-9316602C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A54FD-2C37-8F23-2CC2-86ABBD8C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ED235-34D4-76AD-3377-BB53AE60A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A14A1-4618-4A87-9540-9EA0B466476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3CE40-F531-785B-64BE-303E23DF7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E9EBF-5812-3137-9A85-14BE54051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E8E12-2694-4803-B800-18866FED9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0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AD4D-D283-E557-5CE8-52FE6AD5B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Scatter plot error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4FF75-35FD-29B9-026D-CEAFD4441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85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F6D8-97D0-A686-BAD9-B12AF86F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MISSING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529B0-EE62-42E7-5E11-FCBC4EF6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#check for missing </a:t>
            </a:r>
            <a:r>
              <a:rPr lang="en-US" dirty="0" err="1"/>
              <a:t>valunique</a:t>
            </a:r>
            <a:r>
              <a:rPr lang="en-US" dirty="0"/>
              <a:t>(</a:t>
            </a:r>
            <a:r>
              <a:rPr lang="en-US" dirty="0" err="1"/>
              <a:t>WHOk$IND_CODE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# to see is there </a:t>
            </a:r>
            <a:r>
              <a:rPr lang="en-US" dirty="0" err="1"/>
              <a:t>missingsum</a:t>
            </a:r>
            <a:r>
              <a:rPr lang="en-US" dirty="0"/>
              <a:t>(is.na(WHOk$HWF_0001))# to see percent </a:t>
            </a:r>
            <a:r>
              <a:rPr lang="en-US" dirty="0" err="1"/>
              <a:t>missingmean</a:t>
            </a:r>
            <a:r>
              <a:rPr lang="en-US" dirty="0"/>
              <a:t>(is.na(WHOk$HWF_0001)) * 100</a:t>
            </a:r>
          </a:p>
          <a:p>
            <a:pPr marL="0" indent="0">
              <a:buNone/>
            </a:pPr>
            <a:r>
              <a:rPr lang="en-US" dirty="0"/>
              <a:t># check </a:t>
            </a:r>
            <a:r>
              <a:rPr lang="en-US" dirty="0" err="1"/>
              <a:t>misingeness</a:t>
            </a:r>
            <a:r>
              <a:rPr lang="en-US" dirty="0"/>
              <a:t> before wider </a:t>
            </a:r>
            <a:r>
              <a:rPr lang="en-US" dirty="0" err="1"/>
              <a:t>WHOk</a:t>
            </a:r>
            <a:r>
              <a:rPr lang="en-US" dirty="0"/>
              <a:t> %&gt;%  filter(IND_CODE == "HWF_0001",         DIM_1_CODE == "SEX_BTSX") %&gt;%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summarise</a:t>
            </a:r>
            <a:r>
              <a:rPr lang="en-US" dirty="0"/>
              <a:t>(    </a:t>
            </a:r>
            <a:r>
              <a:rPr lang="en-US" dirty="0" err="1"/>
              <a:t>total_records</a:t>
            </a:r>
            <a:r>
              <a:rPr lang="en-US" dirty="0"/>
              <a:t> = n(),    </a:t>
            </a:r>
            <a:r>
              <a:rPr lang="en-US" dirty="0" err="1"/>
              <a:t>missing_values</a:t>
            </a:r>
            <a:r>
              <a:rPr lang="en-US" dirty="0"/>
              <a:t> = sum(is.na(VALUE_NUMERIC)),    </a:t>
            </a:r>
            <a:r>
              <a:rPr lang="en-US" dirty="0" err="1"/>
              <a:t>percent_missing</a:t>
            </a:r>
            <a:r>
              <a:rPr lang="en-US" dirty="0"/>
              <a:t> = mean(is.na(VALUE_NUMERIC)) * 100  )</a:t>
            </a:r>
          </a:p>
        </p:txBody>
      </p:sp>
    </p:spTree>
    <p:extLst>
      <p:ext uri="{BB962C8B-B14F-4D97-AF65-F5344CB8AC3E}">
        <p14:creationId xmlns:p14="http://schemas.microsoft.com/office/powerpoint/2010/main" val="426699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0BCB-63AB-9138-60A2-1C3687E5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29F8-0AA6-6C6A-5009-6300ED4F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0B3077C-E0B6-AA56-B22F-02D30F5E5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7734"/>
            <a:ext cx="12192000" cy="496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D365-62C8-62A0-155C-272F0D82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2A1CB-F856-4DE5-F57B-32E5CDD0D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74355-61E8-BC08-8D61-7D7DDD36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847"/>
            <a:ext cx="12192000" cy="588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Scatter plot error</vt:lpstr>
      <vt:lpstr>CHECK MISSING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Jamame2002 jamame2002</dc:creator>
  <cp:lastModifiedBy>Jamame2002 jamame2002</cp:lastModifiedBy>
  <cp:revision>1</cp:revision>
  <dcterms:created xsi:type="dcterms:W3CDTF">2025-12-26T07:21:34Z</dcterms:created>
  <dcterms:modified xsi:type="dcterms:W3CDTF">2025-12-26T07:22:25Z</dcterms:modified>
</cp:coreProperties>
</file>